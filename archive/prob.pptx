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93"/>
    <p:restoredTop sz="94694"/>
  </p:normalViewPr>
  <p:slideViewPr>
    <p:cSldViewPr snapToGrid="0">
      <p:cViewPr varScale="1">
        <p:scale>
          <a:sx n="92" d="100"/>
          <a:sy n="92" d="100"/>
        </p:scale>
        <p:origin x="1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C93D-1325-2B6F-02D3-1170947E0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A6462-A085-3F1E-DE46-A935BE7BC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B9989-C8CC-E40F-22EA-69D914F94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F51E-39A6-2840-AF40-810DEE140D74}" type="datetimeFigureOut">
              <a:rPr lang="en-US" smtClean="0"/>
              <a:t>6/25/24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59D0D-D10C-D01A-3589-DFCCD24B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21798-7FEA-B4C2-0A1E-B06B8E7F6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3343-6698-F544-9651-1357A237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2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D8BCB-58AF-17E2-6FC5-630E0922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4425-404F-1881-439A-410A4099C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487CC-3C4C-EEAE-0117-805B0D8EA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F51E-39A6-2840-AF40-810DEE140D74}" type="datetimeFigureOut">
              <a:rPr lang="en-US" smtClean="0"/>
              <a:t>6/25/24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9405A-F4BA-AC58-5D0C-9B94D9B1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F88BA-FBE1-67BC-0DFF-2C0E2AFD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3343-6698-F544-9651-1357A237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6893-1FF2-807F-6773-39CEEF79A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7FC1F-0124-EBD3-31E8-3ABFF42EB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FE46E-705F-FD9D-F91D-5276BAD18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F51E-39A6-2840-AF40-810DEE140D74}" type="datetimeFigureOut">
              <a:rPr lang="en-US" smtClean="0"/>
              <a:t>6/25/24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1107-ACA7-7229-1130-49C1A702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47CB6-D575-20AB-17F9-F3BD8B06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3343-6698-F544-9651-1357A237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80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6ECC-6577-52CD-7ADD-DC8FB122C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B8F88-F598-7472-BDCB-D07D2E36C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081C6-7E3C-8FC7-5A1D-C650D2E01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CC499-ACD6-41FB-B9D3-CF3B32DED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F51E-39A6-2840-AF40-810DEE140D74}" type="datetimeFigureOut">
              <a:rPr lang="en-US" smtClean="0"/>
              <a:t>6/25/24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BF7B8-EFDD-333D-4070-2C0D0E1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882C8-CA3C-C6F7-FE4F-648D0853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3343-6698-F544-9651-1357A237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45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014BF-61ED-6A39-A61C-EAA35C6D5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E027B-2D70-2506-DDA3-285B8D48C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43115-EE4D-F9F6-0420-4C19514A9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2E3DB-13EE-01F0-80A7-0B5D491D4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39C80-FC13-6713-7A99-144048DBD5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B5EF2D-136A-8AE2-10FF-94B0A0498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F51E-39A6-2840-AF40-810DEE140D74}" type="datetimeFigureOut">
              <a:rPr lang="en-US" smtClean="0"/>
              <a:t>6/25/24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58048B-F5CE-CC8A-AC2A-0111CB614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07C7B-6DAA-1939-F27E-94774F8E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3343-6698-F544-9651-1357A237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9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A58F-3666-B5BF-9BF3-BF50DA942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ABF0C-C1DB-28F2-2BF6-EB8ABD98A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F51E-39A6-2840-AF40-810DEE140D74}" type="datetimeFigureOut">
              <a:rPr lang="en-US" smtClean="0"/>
              <a:t>6/25/24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6E6F3-1CAC-B215-434E-2EA0AE2D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5B043-6A03-7EFB-6DF5-36C091B5B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3343-6698-F544-9651-1357A237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25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8FFADE-8BCF-D62C-FD66-FCCBDDF9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F51E-39A6-2840-AF40-810DEE140D74}" type="datetimeFigureOut">
              <a:rPr lang="en-US" smtClean="0"/>
              <a:t>6/25/24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26A99C-5D66-071F-B731-0016BADD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9A490-DF59-0D53-217A-3C55D2AC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3343-6698-F544-9651-1357A237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01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5151-74F2-AA81-C070-6686C417A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399EE-C828-ABCA-A99B-981CB9419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603FD-FB12-480E-A879-E27A06CAF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4DF7E-C687-4EFE-DAF1-7AF5C5279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F51E-39A6-2840-AF40-810DEE140D74}" type="datetimeFigureOut">
              <a:rPr lang="en-US" smtClean="0"/>
              <a:t>6/25/24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510CC-7CA2-31F3-99BA-D3535244B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DEA75-F505-367F-A285-D5C71E6A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3343-6698-F544-9651-1357A237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8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365DD-2F96-C1E4-AFFC-3961C052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E0A7CD-8623-15C8-F767-4B23E9525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33ABE-C0C4-E99B-3FE5-338442FAE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5335C-E749-74D8-4517-EF480424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F51E-39A6-2840-AF40-810DEE140D74}" type="datetimeFigureOut">
              <a:rPr lang="en-US" smtClean="0"/>
              <a:t>6/25/24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09E67-3031-3D3B-F95F-767F82C87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26F37-D8B9-BD4B-FD08-FB44F19E4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3343-6698-F544-9651-1357A237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5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72465-89AF-9004-C174-815B647B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59387-4A5B-8E0E-5282-BD4872ECF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6BAF9-E269-FF19-AE79-78693081F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F51E-39A6-2840-AF40-810DEE140D74}" type="datetimeFigureOut">
              <a:rPr lang="en-US" smtClean="0"/>
              <a:t>6/25/24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02E3C-2103-DFBD-221B-8190B601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B2579-B9C2-024D-F1C5-27289FC9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3343-6698-F544-9651-1357A237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1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8337C6-E678-C8E9-0C09-5C6C4EC0B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0EF48-E7A0-A6E6-71C2-C777A9D4C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BD92C-DE82-DD60-6D76-7C67F957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F51E-39A6-2840-AF40-810DEE140D74}" type="datetimeFigureOut">
              <a:rPr lang="en-US" smtClean="0"/>
              <a:t>6/25/24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7F5C3-81BA-1C73-F07F-47DA955F9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1264D-B2D5-694B-C327-F152135C9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53343-6698-F544-9651-1357A237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7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62EA68-5D0E-E3A3-B89F-2300DAEAF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76DE6-AA3C-F0FA-57E7-EC8AA50D3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B37CB-5BAD-62CB-E221-9BD971D69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EF51E-39A6-2840-AF40-810DEE140D74}" type="datetimeFigureOut">
              <a:rPr lang="en-US" smtClean="0"/>
              <a:t>6/25/24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35990-29C7-2B76-5028-103A03E09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B3D19-5766-A7CA-4EEC-62587C9B8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53343-6698-F544-9651-1357A2379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4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AE5776-3AC5-8204-2A62-3D80FBE44C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69" t="26061" r="11306" b="26667"/>
          <a:stretch/>
        </p:blipFill>
        <p:spPr>
          <a:xfrm>
            <a:off x="1842654" y="173181"/>
            <a:ext cx="8209114" cy="651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23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D42CBD-068A-0176-BBB6-7A8A49B94A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91" t="26262" r="11307" b="26666"/>
          <a:stretch/>
        </p:blipFill>
        <p:spPr>
          <a:xfrm>
            <a:off x="2064327" y="222925"/>
            <a:ext cx="8063346" cy="641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18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4B4A9C-D122-2E27-3E60-5F2F5D7B8B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07" t="25859" r="11307" b="26061"/>
          <a:stretch/>
        </p:blipFill>
        <p:spPr>
          <a:xfrm>
            <a:off x="2029691" y="159468"/>
            <a:ext cx="8132618" cy="653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0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AB10BC-526F-A56A-FB66-2BDCB33328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46" t="26262" r="11046" b="26465"/>
          <a:stretch/>
        </p:blipFill>
        <p:spPr>
          <a:xfrm>
            <a:off x="2064327" y="263188"/>
            <a:ext cx="8063345" cy="633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2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C7FD29-5A76-AA2E-328F-7EC7B2B50F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46" t="26262" r="11046" b="26262"/>
          <a:stretch/>
        </p:blipFill>
        <p:spPr>
          <a:xfrm>
            <a:off x="1932709" y="145866"/>
            <a:ext cx="8326582" cy="656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28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972D51-2A5F-176F-FFD3-B48C1FE73E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08" t="25656" r="10523" b="26465"/>
          <a:stretch/>
        </p:blipFill>
        <p:spPr>
          <a:xfrm>
            <a:off x="2019038" y="197426"/>
            <a:ext cx="8153924" cy="646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58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447BA1-2922-F017-F253-D9ECBAB72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07" t="25859" r="11046" b="26464"/>
          <a:stretch/>
        </p:blipFill>
        <p:spPr>
          <a:xfrm>
            <a:off x="1972482" y="152400"/>
            <a:ext cx="8247035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6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3C8EDC-3A17-F52F-DB42-821D4B458C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46" t="25859" r="10785" b="26464"/>
          <a:stretch/>
        </p:blipFill>
        <p:spPr>
          <a:xfrm>
            <a:off x="1992985" y="190500"/>
            <a:ext cx="8206029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19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50CE9-999A-04D1-39C4-FF9E58A39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46" t="26262" r="10785" b="26262"/>
          <a:stretch/>
        </p:blipFill>
        <p:spPr>
          <a:xfrm>
            <a:off x="2037223" y="238990"/>
            <a:ext cx="8117554" cy="638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42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56C749-C256-45B3-DF30-F4841E985D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07" t="25859" r="10785" b="26464"/>
          <a:stretch/>
        </p:blipFill>
        <p:spPr>
          <a:xfrm>
            <a:off x="1962971" y="155863"/>
            <a:ext cx="8266057" cy="654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55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Xueqing Wang</dc:creator>
  <cp:lastModifiedBy>Xueqing Wang</cp:lastModifiedBy>
  <cp:revision>1</cp:revision>
  <dcterms:created xsi:type="dcterms:W3CDTF">2024-06-25T15:11:24Z</dcterms:created>
  <dcterms:modified xsi:type="dcterms:W3CDTF">2024-06-25T15:17:05Z</dcterms:modified>
</cp:coreProperties>
</file>